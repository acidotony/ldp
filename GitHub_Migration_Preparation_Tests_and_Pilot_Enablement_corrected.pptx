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GitHub Migration Migration Preparation Tests – Results and Pilot Enablement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/>
            </a:pPr>
            <a:r>
              <a:t>Migration Preparation Tests validated the core technical migration approach using test GitHub organizations and repositories.</a:t>
            </a:r>
          </a:p>
          <a:p>
            <a:pPr>
              <a:spcAft>
                <a:spcPts val="500"/>
              </a:spcAft>
              <a:defRPr sz="1600"/>
            </a:pPr>
            <a:r>
              <a:t>Reusable automation foundation established for the pilot:</a:t>
            </a:r>
          </a:p>
          <a:p>
            <a:pPr lvl="1">
              <a:spcAft>
                <a:spcPts val="500"/>
              </a:spcAft>
              <a:defRPr sz="1400"/>
            </a:pPr>
            <a:r>
              <a:t>Pilot validation and migration readiness checks</a:t>
            </a:r>
          </a:p>
          <a:p>
            <a:pPr lvl="1">
              <a:spcAft>
                <a:spcPts val="500"/>
              </a:spcAft>
              <a:defRPr sz="1400"/>
            </a:pPr>
            <a:r>
              <a:t>Repository migration and post-migration configuration activities</a:t>
            </a:r>
          </a:p>
          <a:p>
            <a:pPr lvl="1">
              <a:spcAft>
                <a:spcPts val="500"/>
              </a:spcAft>
              <a:defRPr sz="1400"/>
            </a:pPr>
            <a:r>
              <a:t>Actions variables, secrets, webhooks, packages, teams and application mappings</a:t>
            </a:r>
          </a:p>
          <a:p>
            <a:pPr lvl="1">
              <a:spcAft>
                <a:spcPts val="500"/>
              </a:spcAft>
              <a:defRPr sz="1400"/>
            </a:pPr>
            <a:r>
              <a:t> integration handling and targeted rollback</a:t>
            </a:r>
          </a:p>
          <a:p>
            <a:pPr lvl="1">
              <a:spcAft>
                <a:spcPts val="500"/>
              </a:spcAft>
              <a:defRPr sz="1400"/>
            </a:pPr>
            <a:r>
              <a:t>Mannequin reclamation for contributor attribution</a:t>
            </a:r>
          </a:p>
          <a:p>
            <a:pPr>
              <a:spcAft>
                <a:spcPts val="500"/>
              </a:spcAft>
              <a:defRPr sz="1600"/>
            </a:pPr>
            <a:r>
              <a:t>Migration Preparation Tests findings reduce pilot uncertainty — the pilot is not starting from scratch.</a:t>
            </a:r>
          </a:p>
          <a:p>
            <a:pPr>
              <a:spcAft>
                <a:spcPts val="500"/>
              </a:spcAft>
              <a:defRPr sz="1600"/>
            </a:pPr>
            <a:r>
              <a:t>Pilot will apply the framework to representative pilot repositories in the actual HCSC target environment.</a:t>
            </a:r>
          </a:p>
          <a:p>
            <a:pPr>
              <a:spcAft>
                <a:spcPts val="500"/>
              </a:spcAft>
              <a:defRPr sz="1600"/>
            </a:pPr>
            <a:r>
              <a:t>Pilot will validate real permissions, policies, identities and integrations; measure effort and duration; identify manual exceptions; and determine production wave sizing.</a:t>
            </a:r>
          </a:p>
          <a:p>
            <a:pPr>
              <a:spcAft>
                <a:spcPts val="500"/>
              </a:spcAft>
              <a:defRPr sz="1600"/>
            </a:pPr>
            <a:r>
              <a:t>Target outcome: a repeatable, measurable process that can scale across approximately 2,300 repositories.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064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How this helps the Pilot Migration: The Migration Preparation Tests have already provided reusable technical knowledge and automation that can accelerate the pilot. Because the current migration strategy is org-to-org, components originating from the previous repo-to-repo approach must be reviewed and validated before reuse. The pilot will validate the org-to-org workflow, configuration handling, identity behavior, repository archiving, and remaining technical gaps against the target environment. The pilot is a validation mechanism rather than the production batching model; the current production strategy is to migrate all repositories in a single migration event. Where supported, repositories should be migrated with the archive option enabled from the start. Out-of-scope items remain excluded from delivery and are reviewed only to identify dependencies and coordination required with other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